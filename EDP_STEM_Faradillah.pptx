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376C696-959D-5A0B-7F10-EC11C6B6E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3110B8C-E510-AFD1-8B29-4E6846142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F981F347-1BA9-67D1-804D-1D8725F4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E80D501-087F-38CB-56F6-A0A21A1D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2816B7F-2F76-DC12-06DC-9D5BDD3D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95570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613355D-CDC2-654E-B397-1904752DA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DA786618-20B3-76D0-B109-925F55AE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AEDCEF4-5D21-C31D-7B03-CCEFC7FA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FC7B875-E5A6-F104-0B96-84913CF6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732DF8E-B0A0-3DF9-2D3D-076D06E9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3096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076B4AF-88E9-0028-328A-1EBD501A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6D53BEAF-5A02-A492-89C2-2787341FF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4572ACE-DB44-621A-0D1D-744874A2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6A6BB973-8576-EA5D-04E8-48C17809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C3A345F0-912A-BCF6-098F-57A80936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75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346345F-83D8-1610-EE36-E0AAAD74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3592FE8-4F4F-D84B-ED05-0D23E6163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49D9DC0A-D31F-899D-5002-DB2CE8B70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2904224-4AD7-819D-7AA3-EDEE3E55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D4DA14CB-A904-0D71-8403-744B3201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30123C17-3F07-5BE7-8A49-D7E526B7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1469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84D2478-9976-5CDD-5F30-E75B193E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6E756D8-3D96-FD9F-101C-4CF6CF4D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49473B5A-FAE4-9BEC-161B-5A9F68818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1ECE5794-EE7F-7442-C599-F87371577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1B1C2278-CF10-9015-2842-D7232F36C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CD2FEE6B-E76F-250C-7584-3E9BF2F3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60493D20-5EB3-786B-A9E0-3AD43E0C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4B865B82-03B7-02B7-9633-21E86F60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1123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E90C5F2-6E6B-638E-BEC2-D26C7E52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4DD93FE4-752E-85A6-7876-84A97BB0C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BF840BCE-4A96-12A1-F647-F45E2E8B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706C9B9F-8107-EF57-69FA-F1C41B1E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4090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D7B13569-7F7B-12B5-FD59-88CCDF0C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B7983873-2854-9221-79F9-FAC7F7FF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727405D0-AF8D-D832-4CF1-B350DAD8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9209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87DD026-9F28-2AE8-A513-5E38C7F9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E751ADA-6161-155E-9A7C-B2287B564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A636D837-908F-F5BD-2D88-592060A6E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C472E9CD-EFA0-02B1-AD6F-00CE25A0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3317D11A-3087-D23C-BBD6-239572DA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52DCA594-ECEB-F979-7EFD-0B05AC55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27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9B1D9DD-1701-9B49-7F0D-DF07C4E8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55912CEA-7C0E-AE31-697A-EBEDCC87B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A7A5ECF9-7C61-8909-1243-0FBFB696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33D880BE-00CA-BC8B-A2C4-45A7DB21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9A553321-A4AC-66B8-3A57-B6D87D1F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A94EAA40-FF1E-9EB4-11A2-74B395A5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9200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8A249ED-5122-1F51-ECE9-AC3C6279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C8EA80C9-D366-FE36-9426-5845A769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E3B3939-259A-4B9D-41BE-8F65A040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9BA2B980-FEBC-52D2-4FA8-980CF4FD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2318904-7556-C822-A905-552C311C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5651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4A0E1479-DAB2-3186-7170-7DE33FA62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D7577CD4-6B3F-CD1D-96FC-51A04D562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3F85C8E3-AB48-977E-3DD2-5482E126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522F14B-01FA-FD47-15E2-E1A3B918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76E6F98-5160-AE3C-F05C-46FBCE5F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073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17E29705-4E5D-D8A6-BAEA-5663B3C1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F561BC41-8469-C04E-6F08-805510B30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BB2886C5-4629-B8E2-1FCC-E01F5BDFD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5854-6D96-4261-AD03-06B88E13A001}" type="datetimeFigureOut">
              <a:rPr lang="id-ID" smtClean="0"/>
              <a:t>12/05/2026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020C581-2C5B-FC87-37CC-9A62C862F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3F700DC2-FD30-7F41-6F3E-C41D135A0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CF583-EA36-4FBE-BB50-1B30B80153C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896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5616167C-5114-4ECA-47DA-635FCB768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2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0A4AC06-73AC-291B-DBB6-A77E6C33B9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778954EE-B20C-5F0C-6123-A5A4B04D25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53F204CB-0D55-4B1A-D27A-0F60E6578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7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ambar 16">
            <a:extLst>
              <a:ext uri="{FF2B5EF4-FFF2-40B4-BE49-F238E27FC236}">
                <a16:creationId xmlns:a16="http://schemas.microsoft.com/office/drawing/2014/main" id="{C5CE2161-FAC8-A0ED-FDF6-CDEDFF244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0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8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7F3E7E88-51CE-D4F4-659C-F033FF29A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66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97F655B2-B362-5F43-887C-2DBD295F2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4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45C8000F-BDF0-CAE2-FA62-392CBD3A3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2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9FAF4ACA-3815-C1B7-F396-86155194A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5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8BD67FE2-776F-C213-82DA-39E642F19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8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FB3B7E17-B156-A142-94CD-93F7C1DA2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680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Layar Lebar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Office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Faradillah Uzlifah</dc:creator>
  <cp:lastModifiedBy>Faradillah Uzlifah</cp:lastModifiedBy>
  <cp:revision>1</cp:revision>
  <dcterms:created xsi:type="dcterms:W3CDTF">2026-05-12T03:17:01Z</dcterms:created>
  <dcterms:modified xsi:type="dcterms:W3CDTF">2026-05-12T03:24:08Z</dcterms:modified>
</cp:coreProperties>
</file>